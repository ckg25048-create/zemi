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A853B5-F957-A4F7-6397-56036F392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D16BC38-1AC3-3734-E19C-74020D5AB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273F70-112F-1F75-FCEE-AD07EF36F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730A2F-75B1-40E9-59DC-3E84A45D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15BD2C-7FF5-19C0-F118-27C58A718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538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C1E5B-7028-55FC-CE74-DB75E011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904F16-2B8B-0EB0-C917-E5BCEBD27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DBA5BC-84E7-8797-5208-157670FE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3B1FF0-60BD-BDE0-F60A-9DEFF0720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60001C-06E8-AA66-5BA0-9BEF0984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907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9C5479-0B4A-53A5-5CB9-4EC5632FC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8FC9B0-C562-265F-353C-42DD135B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274351-B95F-EEE2-EC3B-04FF5A46A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256EDA-0740-421A-2832-510FCC1F4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37AE69-89EB-F9B2-9C32-E88F18CD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84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894169-9B97-5A2B-F0A7-D01AA6BEF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F2463C-CE8C-DA20-2E36-B291D8CB9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1EA7F80-86AB-D093-3B65-1673186CE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0E204A-862A-BDFA-4766-1A36E7CA8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6184B6-D973-D486-E8F0-ADDF094F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D72A56-CF88-B78D-AEA2-D6DEA20E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841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42778D-DCC0-063E-2CFC-E3B2F0EF8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D84EBE-7F79-97E9-6542-A31A84ACD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20815F-B18B-8406-45FA-71B29CC0F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9483251-C8F8-FC81-ECBA-068B128E2E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F04B29-71E6-BB13-D872-94B82CB62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D304CFE-53C6-753E-A677-A1D05C21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ACC1BA-79AE-32EC-2285-F0CF58D75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7971B0-8699-775D-998C-29E30EAA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2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906DB4-5E92-0207-A76F-01B83E72F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B936C2-4157-F52B-8F83-B10071EB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22DD04-B300-474C-D5E4-9EACCF5A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3CB5683-5CDA-39F9-6488-956CF47AA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62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D4C33BC-3780-0F3C-86B5-D426F3D6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9B097F-7019-5DAE-79F7-F038725D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9B4649-EEE4-3848-9B06-741302BF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799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49CF30-E745-7214-76D3-A7DF9FEC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44D08B-0F1C-DEE2-B98F-B9519FDB9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3E8680-895B-A663-9B0B-A758F8F2D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75AF58-CBDC-0F4F-63C8-8A12B020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19CEC28-1094-17FA-46A2-92108B4E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2E997-7FB8-1FFE-2BF5-B55A6A358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614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77555-DCAD-128B-4C77-8BBB0F834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01D9C06-8067-F199-1AA1-8ECEBCAF53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92C8FDC-18FF-76C4-91FB-45CDAEC81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C39BE05-A2D0-34BE-0D77-CCAAFF5B4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654D6E-3CA5-C980-9E3C-07FB190B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1A49C5-0CB1-E017-C8D4-B7589CFE9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6004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9ECA1-0E9D-424A-179C-CBE0A355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667A8EE-29FB-77A1-368E-B460179CF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5C25B2-7678-5211-79EA-ADC3C03D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D64AF6-9061-C8C9-DD8A-43D0AB562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B2BAD9-6272-01AA-9A8D-6525786A9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78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7E0884F-A1C2-EEFD-48E0-07D1B3233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26D643-3ACD-9274-14C5-1F7227B60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3D87F9-FC2F-FC5A-DED2-8C0B85CF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7E916-32E7-6CBC-608B-3089C648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939514-39F1-4B1C-34FD-5804AF13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082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5A750E0-C122-F2CF-7651-2A251F7B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2FFD02-04AF-82C5-6806-8D810E79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E62AC9-2706-CDFB-4360-E7E9FD15C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8722BA-323D-483D-9A13-85D963325427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AEAF72-4F2E-4C8F-62B2-A439AB58E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B1C9A0-6FD6-ACEB-E3AC-17390F6AE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97310-5F05-4E40-A0AF-366389D8505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119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ACD027-A17E-C5A8-13C2-EA71742C6BFB}"/>
              </a:ext>
            </a:extLst>
          </p:cNvPr>
          <p:cNvSpPr txBox="1"/>
          <p:nvPr/>
        </p:nvSpPr>
        <p:spPr>
          <a:xfrm>
            <a:off x="2847528" y="1150979"/>
            <a:ext cx="7487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博多駅地区にあるもの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E7C7F12-9FA5-9095-27B7-920FE64E0D6F}"/>
              </a:ext>
            </a:extLst>
          </p:cNvPr>
          <p:cNvSpPr txBox="1"/>
          <p:nvPr/>
        </p:nvSpPr>
        <p:spPr>
          <a:xfrm>
            <a:off x="5958942" y="2993488"/>
            <a:ext cx="5019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博多駅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F250557-ABB9-A9F1-C938-6127AF9BDBD4}"/>
              </a:ext>
            </a:extLst>
          </p:cNvPr>
          <p:cNvSpPr txBox="1"/>
          <p:nvPr/>
        </p:nvSpPr>
        <p:spPr>
          <a:xfrm>
            <a:off x="5756425" y="3864512"/>
            <a:ext cx="2338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マルイ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DD6B05-A60E-76BD-33C3-D3831C72766A}"/>
              </a:ext>
            </a:extLst>
          </p:cNvPr>
          <p:cNvSpPr txBox="1"/>
          <p:nvPr/>
        </p:nvSpPr>
        <p:spPr>
          <a:xfrm>
            <a:off x="5596864" y="3429000"/>
            <a:ext cx="210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ヨドバシカメラ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B04B7D31-1080-3E31-DA6C-5DC2BAD8824C}"/>
              </a:ext>
            </a:extLst>
          </p:cNvPr>
          <p:cNvSpPr/>
          <p:nvPr/>
        </p:nvSpPr>
        <p:spPr>
          <a:xfrm>
            <a:off x="4909530" y="2677682"/>
            <a:ext cx="4025815" cy="22412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57566652-7E2F-A9AE-6629-51321CCFE224}"/>
              </a:ext>
            </a:extLst>
          </p:cNvPr>
          <p:cNvSpPr/>
          <p:nvPr/>
        </p:nvSpPr>
        <p:spPr>
          <a:xfrm>
            <a:off x="655627" y="1557032"/>
            <a:ext cx="4025815" cy="22412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B21649AC-C9B8-059D-D8F8-A003ADD1D513}"/>
              </a:ext>
            </a:extLst>
          </p:cNvPr>
          <p:cNvSpPr/>
          <p:nvPr/>
        </p:nvSpPr>
        <p:spPr>
          <a:xfrm>
            <a:off x="7234397" y="1187701"/>
            <a:ext cx="4025815" cy="224129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5969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CEDFEE2-E9EC-B9CA-5215-D62484E6CFA6}"/>
              </a:ext>
            </a:extLst>
          </p:cNvPr>
          <p:cNvSpPr/>
          <p:nvPr/>
        </p:nvSpPr>
        <p:spPr>
          <a:xfrm>
            <a:off x="1073960" y="374352"/>
            <a:ext cx="7075860" cy="61675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47B652-F214-DD34-E7E3-D60546FEA345}"/>
              </a:ext>
            </a:extLst>
          </p:cNvPr>
          <p:cNvSpPr/>
          <p:nvPr/>
        </p:nvSpPr>
        <p:spPr>
          <a:xfrm>
            <a:off x="1147603" y="497090"/>
            <a:ext cx="6805836" cy="5707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9A4A7F8-437D-77EB-DB68-6315421825D9}"/>
              </a:ext>
            </a:extLst>
          </p:cNvPr>
          <p:cNvSpPr/>
          <p:nvPr/>
        </p:nvSpPr>
        <p:spPr>
          <a:xfrm>
            <a:off x="1208972" y="1184424"/>
            <a:ext cx="6683098" cy="4050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389421-A0EF-D213-638E-845427056CB1}"/>
              </a:ext>
            </a:extLst>
          </p:cNvPr>
          <p:cNvSpPr/>
          <p:nvPr/>
        </p:nvSpPr>
        <p:spPr>
          <a:xfrm>
            <a:off x="1208972" y="1650830"/>
            <a:ext cx="1264204" cy="471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FBDD0A1-2760-5D03-E2BF-EF77FF5EB62B}"/>
              </a:ext>
            </a:extLst>
          </p:cNvPr>
          <p:cNvSpPr/>
          <p:nvPr/>
        </p:nvSpPr>
        <p:spPr>
          <a:xfrm>
            <a:off x="2608188" y="1620145"/>
            <a:ext cx="5345251" cy="47100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977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ワイド画面</PresentationFormat>
  <Paragraphs>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植田 吉祥</dc:creator>
  <cp:lastModifiedBy>植田 吉祥</cp:lastModifiedBy>
  <cp:revision>1</cp:revision>
  <dcterms:created xsi:type="dcterms:W3CDTF">2026-07-10T02:22:27Z</dcterms:created>
  <dcterms:modified xsi:type="dcterms:W3CDTF">2026-07-10T02:27:33Z</dcterms:modified>
</cp:coreProperties>
</file>